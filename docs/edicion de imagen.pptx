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E2DB"/>
    <a:srgbClr val="15F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B4F9C-4B66-4354-97DD-CC81E65AA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7A1AE2-2BFE-4A92-909D-CABDB2A31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DCE950-D864-4FCC-A53C-D19DDFA7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56C0-7560-4BE6-A903-12871E13E393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593F62-FC0C-4E64-8A85-8FFC23CA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4036EB-994D-48BB-903A-30EF495DF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59FEF-CD21-447B-AAEC-720D711254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375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25CB5-71BE-4243-98E3-705B62C64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E54498-B604-4321-BCDF-9248EB0A2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001E12-AE98-4EAA-9EDF-DF4A19DC8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56C0-7560-4BE6-A903-12871E13E393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D9A94A-57F6-4F74-A12E-19E7ED3D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3518BE-8EC7-44FD-9031-F591CCC95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59FEF-CD21-447B-AAEC-720D711254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543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CFA4D-2F00-4AB4-95EA-0F9B59B1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AF4DC4-E627-4582-9487-46A1F7549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6A8D2C-5A4D-45D3-B1A7-CFCF54FA2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56C0-7560-4BE6-A903-12871E13E393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017329-493B-4FF1-8557-415D922F7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8662A9-9A8E-4318-826E-D9634B29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59FEF-CD21-447B-AAEC-720D711254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240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EDE5E1-8E65-436E-9226-1F123DA75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201F35-C7F0-41B3-886B-9A3D883E5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289C5C-001C-4994-BA97-BB9D68E70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901C67-4F4D-4F16-A1F4-9B3251C3A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56C0-7560-4BE6-A903-12871E13E393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21911D-3CF9-4D9E-AFA0-479F38A63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B9A65F-E2C4-4D53-B746-729FA8CDC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59FEF-CD21-447B-AAEC-720D711254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0012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BF0E2-8154-4F11-8128-5CE223FA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A81634-EAD3-4A7A-AD99-A043B7E81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F0520F-79F3-44C3-911B-C69204F39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B070455-0675-4590-8190-3686B6AB0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B3BC574-D964-4D7A-A1A3-D643DDAB0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796920D-5811-4281-9FE1-D1D7CD491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56C0-7560-4BE6-A903-12871E13E393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D00780C-293C-494D-8C04-17D20E8E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04231C6-9983-46C0-8BE6-3A3D8B6A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59FEF-CD21-447B-AAEC-720D711254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566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3120C-C0C6-4BEA-BFAA-18A73A267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9C35A9-B2EB-420D-8AAD-160D09A11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56C0-7560-4BE6-A903-12871E13E393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CE73BD1-07E6-43BF-815C-9E1ED3B4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001B8BB-0580-4E65-B383-3C20D0958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59FEF-CD21-447B-AAEC-720D711254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248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8996781-22D7-4195-BA4B-04CA8017B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56C0-7560-4BE6-A903-12871E13E393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766C777-B37E-4AFD-8CD2-E75A607F2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890DEE-2FE7-4F74-94C5-1FAAFA38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59FEF-CD21-447B-AAEC-720D711254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3965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CEC2C-1883-4420-BA57-8AD21937B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A6C0B5-F559-4B26-A653-ACC104444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F31D62-8AED-46B7-9024-CECB767B7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7447DD-82F7-4C19-915D-63EB0710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56C0-7560-4BE6-A903-12871E13E393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310365-57EA-4EAA-A011-CCDE9FE85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0240D1-44E1-4642-86A6-64770D6C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59FEF-CD21-447B-AAEC-720D711254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6870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18E79-A587-4FF0-B4B5-8DC625305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AA1667C-7CA6-4A67-8CE8-15FC69D4A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591ACD-8B61-44EC-8937-E5C73AFF0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CDA0EC-E43F-488D-BE65-C5E0ED66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56C0-7560-4BE6-A903-12871E13E393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FF30C5-AABB-47FE-AE64-5FFCC9067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CFC612-6114-4202-9AD7-3F5FFA27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59FEF-CD21-447B-AAEC-720D711254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7436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A6050-3C60-4354-A5CD-8C3439F0A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F63CE7-67CC-44C4-8C35-CA216760A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5296C7-554F-4503-B00F-5567A9C4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56C0-7560-4BE6-A903-12871E13E393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182B6E-CEC8-4F73-BB10-44E95DDC2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6917BB-3948-4A3E-8118-20AD6A215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59FEF-CD21-447B-AAEC-720D711254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301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BA493AF-8FE5-4F33-B0EA-CFE8CACA7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569D376-F24F-4EED-8562-F31CB2DAC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37FF0-210B-4CEF-9DD7-7AE97D2EC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656C0-7560-4BE6-A903-12871E13E393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1B7206-F617-4075-91E5-2338AA32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3914D-C1E1-416E-A4A5-22ABA70D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59FEF-CD21-447B-AAEC-720D711254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8911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3D10BB5-4AB8-45F2-8426-1BD62635D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4E6ADE-5E4E-4CCF-A28B-45FAD0F5B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102C24-D366-46B0-A246-0ECC780A6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56C0-7560-4BE6-A903-12871E13E393}" type="datetimeFigureOut">
              <a:rPr lang="es-CO" smtClean="0"/>
              <a:t>27/10/2026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59B403-67FF-4BE2-9F33-90015DF1E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D81E5A-09EC-4CFF-BD76-051BC0857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59FEF-CD21-447B-AAEC-720D7112542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2315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038DBE22-7A6C-4F39-AF16-ED8320EE3A09}"/>
              </a:ext>
            </a:extLst>
          </p:cNvPr>
          <p:cNvGrpSpPr/>
          <p:nvPr/>
        </p:nvGrpSpPr>
        <p:grpSpPr>
          <a:xfrm>
            <a:off x="1914303" y="3189622"/>
            <a:ext cx="2468938" cy="1862764"/>
            <a:chOff x="2902226" y="397565"/>
            <a:chExt cx="7394713" cy="5579164"/>
          </a:xfrm>
        </p:grpSpPr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8A224A4E-8E42-4E5E-9DC3-F2F44F8FB313}"/>
                </a:ext>
              </a:extLst>
            </p:cNvPr>
            <p:cNvSpPr/>
            <p:nvPr/>
          </p:nvSpPr>
          <p:spPr>
            <a:xfrm>
              <a:off x="2902226" y="397565"/>
              <a:ext cx="3326296" cy="2796209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D4ADA1BD-946E-4EEB-8F29-F27F07CB0D28}"/>
                </a:ext>
              </a:extLst>
            </p:cNvPr>
            <p:cNvSpPr/>
            <p:nvPr/>
          </p:nvSpPr>
          <p:spPr>
            <a:xfrm flipV="1">
              <a:off x="2902226" y="3207025"/>
              <a:ext cx="3326296" cy="2769704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010FD0C9-E9FE-4519-B617-72839C797F77}"/>
                </a:ext>
              </a:extLst>
            </p:cNvPr>
            <p:cNvSpPr/>
            <p:nvPr/>
          </p:nvSpPr>
          <p:spPr>
            <a:xfrm flipH="1">
              <a:off x="6798365" y="397565"/>
              <a:ext cx="3498574" cy="2713384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91E0ED4F-03D9-4F8C-8BFB-B2B4C911C22A}"/>
                </a:ext>
              </a:extLst>
            </p:cNvPr>
            <p:cNvSpPr/>
            <p:nvPr/>
          </p:nvSpPr>
          <p:spPr>
            <a:xfrm flipH="1" flipV="1">
              <a:off x="6798365" y="3124201"/>
              <a:ext cx="3498574" cy="2852528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98E4554E-3DBC-4A76-B954-E4D4F97E5CE6}"/>
                </a:ext>
              </a:extLst>
            </p:cNvPr>
            <p:cNvSpPr/>
            <p:nvPr/>
          </p:nvSpPr>
          <p:spPr>
            <a:xfrm>
              <a:off x="6228522" y="881271"/>
              <a:ext cx="569843" cy="467139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9B0F55F7-2866-4597-8021-04265DECC812}"/>
                </a:ext>
              </a:extLst>
            </p:cNvPr>
            <p:cNvSpPr/>
            <p:nvPr/>
          </p:nvSpPr>
          <p:spPr>
            <a:xfrm>
              <a:off x="5022574" y="2684899"/>
              <a:ext cx="2981739" cy="838315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D931F4D-8729-4E63-873D-54AA2055480C}"/>
              </a:ext>
            </a:extLst>
          </p:cNvPr>
          <p:cNvGrpSpPr/>
          <p:nvPr/>
        </p:nvGrpSpPr>
        <p:grpSpPr>
          <a:xfrm>
            <a:off x="4383241" y="3110736"/>
            <a:ext cx="2610609" cy="1969653"/>
            <a:chOff x="2902226" y="397565"/>
            <a:chExt cx="7394713" cy="5579164"/>
          </a:xfrm>
        </p:grpSpPr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12B46F6F-08EE-4769-828E-3624051E888B}"/>
                </a:ext>
              </a:extLst>
            </p:cNvPr>
            <p:cNvSpPr/>
            <p:nvPr/>
          </p:nvSpPr>
          <p:spPr>
            <a:xfrm>
              <a:off x="2902226" y="397565"/>
              <a:ext cx="3326296" cy="2796209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3407F8C4-6869-49B1-A803-E40A017D534A}"/>
                </a:ext>
              </a:extLst>
            </p:cNvPr>
            <p:cNvSpPr/>
            <p:nvPr/>
          </p:nvSpPr>
          <p:spPr>
            <a:xfrm flipV="1">
              <a:off x="2902226" y="3207025"/>
              <a:ext cx="3326296" cy="2769704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C0115818-79AF-432C-AC0D-2F7CC497B117}"/>
                </a:ext>
              </a:extLst>
            </p:cNvPr>
            <p:cNvSpPr/>
            <p:nvPr/>
          </p:nvSpPr>
          <p:spPr>
            <a:xfrm flipH="1">
              <a:off x="6798365" y="397565"/>
              <a:ext cx="3498574" cy="2713384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6082BCD-A782-46DD-8854-0F507114A77D}"/>
                </a:ext>
              </a:extLst>
            </p:cNvPr>
            <p:cNvSpPr/>
            <p:nvPr/>
          </p:nvSpPr>
          <p:spPr>
            <a:xfrm flipH="1" flipV="1">
              <a:off x="6798365" y="3124201"/>
              <a:ext cx="3498574" cy="2852528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4646A52-B37C-4CB8-8BFF-361CBC56AE4F}"/>
                </a:ext>
              </a:extLst>
            </p:cNvPr>
            <p:cNvSpPr/>
            <p:nvPr/>
          </p:nvSpPr>
          <p:spPr>
            <a:xfrm>
              <a:off x="6228522" y="881271"/>
              <a:ext cx="569843" cy="467139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6181D14A-03D4-4F8D-B28A-1F2BEC293EF5}"/>
                </a:ext>
              </a:extLst>
            </p:cNvPr>
            <p:cNvSpPr/>
            <p:nvPr/>
          </p:nvSpPr>
          <p:spPr>
            <a:xfrm>
              <a:off x="5022574" y="2684899"/>
              <a:ext cx="2981739" cy="838315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7565A04-9666-4C77-9349-0E3CDE5EDDB1}"/>
              </a:ext>
            </a:extLst>
          </p:cNvPr>
          <p:cNvGrpSpPr/>
          <p:nvPr/>
        </p:nvGrpSpPr>
        <p:grpSpPr>
          <a:xfrm>
            <a:off x="7886706" y="3054853"/>
            <a:ext cx="2635519" cy="1988447"/>
            <a:chOff x="2902226" y="397565"/>
            <a:chExt cx="7394713" cy="5579164"/>
          </a:xfrm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AD9F5A65-C577-4EC6-AE73-EA47271CE7A5}"/>
                </a:ext>
              </a:extLst>
            </p:cNvPr>
            <p:cNvSpPr/>
            <p:nvPr/>
          </p:nvSpPr>
          <p:spPr>
            <a:xfrm>
              <a:off x="2902226" y="397565"/>
              <a:ext cx="3326296" cy="2796209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E6CE41E2-EEEB-44CF-B893-00C912CD45A7}"/>
                </a:ext>
              </a:extLst>
            </p:cNvPr>
            <p:cNvSpPr/>
            <p:nvPr/>
          </p:nvSpPr>
          <p:spPr>
            <a:xfrm flipV="1">
              <a:off x="2902226" y="3207025"/>
              <a:ext cx="3326296" cy="2769704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89508922-9D45-4637-9572-BE6AD442FA4B}"/>
                </a:ext>
              </a:extLst>
            </p:cNvPr>
            <p:cNvSpPr/>
            <p:nvPr/>
          </p:nvSpPr>
          <p:spPr>
            <a:xfrm flipH="1">
              <a:off x="6798365" y="397565"/>
              <a:ext cx="3498574" cy="2713384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EEAD578F-FC24-4E53-9B2B-5F1505E358F7}"/>
                </a:ext>
              </a:extLst>
            </p:cNvPr>
            <p:cNvSpPr/>
            <p:nvPr/>
          </p:nvSpPr>
          <p:spPr>
            <a:xfrm flipH="1" flipV="1">
              <a:off x="6798365" y="3124201"/>
              <a:ext cx="3498574" cy="2852528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2C4926B3-DEA9-4975-8D23-F863ADE781DF}"/>
                </a:ext>
              </a:extLst>
            </p:cNvPr>
            <p:cNvSpPr/>
            <p:nvPr/>
          </p:nvSpPr>
          <p:spPr>
            <a:xfrm>
              <a:off x="6228522" y="881271"/>
              <a:ext cx="569843" cy="467139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5B18025A-EB37-45B0-ADD6-2BECE0D851F0}"/>
                </a:ext>
              </a:extLst>
            </p:cNvPr>
            <p:cNvSpPr/>
            <p:nvPr/>
          </p:nvSpPr>
          <p:spPr>
            <a:xfrm>
              <a:off x="5022574" y="2684899"/>
              <a:ext cx="2981739" cy="838315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668124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09EBCFEA-B408-44B1-A65E-AD632947D9BE}"/>
              </a:ext>
            </a:extLst>
          </p:cNvPr>
          <p:cNvGrpSpPr/>
          <p:nvPr/>
        </p:nvGrpSpPr>
        <p:grpSpPr>
          <a:xfrm>
            <a:off x="2959961" y="763781"/>
            <a:ext cx="6272077" cy="4732158"/>
            <a:chOff x="2902226" y="397565"/>
            <a:chExt cx="7394713" cy="5579164"/>
          </a:xfrm>
        </p:grpSpPr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E6D9F58F-6CC4-4F78-AB8C-992AEA90236A}"/>
                </a:ext>
              </a:extLst>
            </p:cNvPr>
            <p:cNvSpPr/>
            <p:nvPr/>
          </p:nvSpPr>
          <p:spPr>
            <a:xfrm>
              <a:off x="2902226" y="397565"/>
              <a:ext cx="3326296" cy="2796209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2EA34E68-F042-45C7-8EC0-67AFBB2DF18E}"/>
                </a:ext>
              </a:extLst>
            </p:cNvPr>
            <p:cNvSpPr/>
            <p:nvPr/>
          </p:nvSpPr>
          <p:spPr>
            <a:xfrm flipV="1">
              <a:off x="2902226" y="3207025"/>
              <a:ext cx="3326296" cy="2769704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BCBF5E04-CAD0-49CE-BC88-539A5C76502F}"/>
                </a:ext>
              </a:extLst>
            </p:cNvPr>
            <p:cNvSpPr/>
            <p:nvPr/>
          </p:nvSpPr>
          <p:spPr>
            <a:xfrm flipH="1">
              <a:off x="6798365" y="397565"/>
              <a:ext cx="3498574" cy="2713384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2E2BCE5E-AD92-4AA8-9050-48D4E96D2B0D}"/>
                </a:ext>
              </a:extLst>
            </p:cNvPr>
            <p:cNvSpPr/>
            <p:nvPr/>
          </p:nvSpPr>
          <p:spPr>
            <a:xfrm flipH="1" flipV="1">
              <a:off x="6798365" y="3124201"/>
              <a:ext cx="3498574" cy="2852528"/>
            </a:xfrm>
            <a:custGeom>
              <a:avLst/>
              <a:gdLst>
                <a:gd name="connsiteX0" fmla="*/ 477078 w 3326296"/>
                <a:gd name="connsiteY0" fmla="*/ 66261 h 2796209"/>
                <a:gd name="connsiteX1" fmla="*/ 477078 w 3326296"/>
                <a:gd name="connsiteY1" fmla="*/ 1073426 h 2796209"/>
                <a:gd name="connsiteX2" fmla="*/ 0 w 3326296"/>
                <a:gd name="connsiteY2" fmla="*/ 1113183 h 2796209"/>
                <a:gd name="connsiteX3" fmla="*/ 13252 w 3326296"/>
                <a:gd name="connsiteY3" fmla="*/ 2027583 h 2796209"/>
                <a:gd name="connsiteX4" fmla="*/ 304800 w 3326296"/>
                <a:gd name="connsiteY4" fmla="*/ 2014331 h 2796209"/>
                <a:gd name="connsiteX5" fmla="*/ 331304 w 3326296"/>
                <a:gd name="connsiteY5" fmla="*/ 2769705 h 2796209"/>
                <a:gd name="connsiteX6" fmla="*/ 1351722 w 3326296"/>
                <a:gd name="connsiteY6" fmla="*/ 2796209 h 2796209"/>
                <a:gd name="connsiteX7" fmla="*/ 1338470 w 3326296"/>
                <a:gd name="connsiteY7" fmla="*/ 1987826 h 2796209"/>
                <a:gd name="connsiteX8" fmla="*/ 2478157 w 3326296"/>
                <a:gd name="connsiteY8" fmla="*/ 2001079 h 2796209"/>
                <a:gd name="connsiteX9" fmla="*/ 2478157 w 3326296"/>
                <a:gd name="connsiteY9" fmla="*/ 2438400 h 2796209"/>
                <a:gd name="connsiteX10" fmla="*/ 3326296 w 3326296"/>
                <a:gd name="connsiteY10" fmla="*/ 2451653 h 2796209"/>
                <a:gd name="connsiteX11" fmla="*/ 3299791 w 3326296"/>
                <a:gd name="connsiteY11" fmla="*/ 13253 h 2796209"/>
                <a:gd name="connsiteX12" fmla="*/ 2014331 w 3326296"/>
                <a:gd name="connsiteY12" fmla="*/ 0 h 2796209"/>
                <a:gd name="connsiteX13" fmla="*/ 2040835 w 3326296"/>
                <a:gd name="connsiteY13" fmla="*/ 119270 h 2796209"/>
                <a:gd name="connsiteX14" fmla="*/ 477078 w 3326296"/>
                <a:gd name="connsiteY14" fmla="*/ 66261 h 279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26296" h="2796209">
                  <a:moveTo>
                    <a:pt x="477078" y="66261"/>
                  </a:moveTo>
                  <a:lnTo>
                    <a:pt x="477078" y="1073426"/>
                  </a:lnTo>
                  <a:lnTo>
                    <a:pt x="0" y="1113183"/>
                  </a:lnTo>
                  <a:lnTo>
                    <a:pt x="13252" y="2027583"/>
                  </a:lnTo>
                  <a:lnTo>
                    <a:pt x="304800" y="2014331"/>
                  </a:lnTo>
                  <a:lnTo>
                    <a:pt x="331304" y="2769705"/>
                  </a:lnTo>
                  <a:lnTo>
                    <a:pt x="1351722" y="2796209"/>
                  </a:lnTo>
                  <a:lnTo>
                    <a:pt x="1338470" y="1987826"/>
                  </a:lnTo>
                  <a:lnTo>
                    <a:pt x="2478157" y="2001079"/>
                  </a:lnTo>
                  <a:lnTo>
                    <a:pt x="2478157" y="2438400"/>
                  </a:lnTo>
                  <a:lnTo>
                    <a:pt x="3326296" y="2451653"/>
                  </a:lnTo>
                  <a:lnTo>
                    <a:pt x="3299791" y="13253"/>
                  </a:lnTo>
                  <a:lnTo>
                    <a:pt x="2014331" y="0"/>
                  </a:lnTo>
                  <a:lnTo>
                    <a:pt x="2040835" y="119270"/>
                  </a:lnTo>
                  <a:lnTo>
                    <a:pt x="477078" y="66261"/>
                  </a:lnTo>
                  <a:close/>
                </a:path>
              </a:pathLst>
            </a:custGeom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6E8A2E03-5F11-442F-A6A9-4B6C2F617CA9}"/>
                </a:ext>
              </a:extLst>
            </p:cNvPr>
            <p:cNvSpPr/>
            <p:nvPr/>
          </p:nvSpPr>
          <p:spPr>
            <a:xfrm>
              <a:off x="6228522" y="881271"/>
              <a:ext cx="569843" cy="467139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2AC121A-54ED-4261-B1C6-B1B015228E01}"/>
                </a:ext>
              </a:extLst>
            </p:cNvPr>
            <p:cNvSpPr/>
            <p:nvPr/>
          </p:nvSpPr>
          <p:spPr>
            <a:xfrm>
              <a:off x="5022574" y="2684899"/>
              <a:ext cx="2981739" cy="838315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4266891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839A2BC5-A5EA-4CD4-A49E-DF7F9BE7E175}"/>
              </a:ext>
            </a:extLst>
          </p:cNvPr>
          <p:cNvSpPr/>
          <p:nvPr/>
        </p:nvSpPr>
        <p:spPr>
          <a:xfrm>
            <a:off x="1404729" y="1550504"/>
            <a:ext cx="7050157" cy="394252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E9D5015A-F3FD-4D7F-B323-6112A70CBDB4}"/>
              </a:ext>
            </a:extLst>
          </p:cNvPr>
          <p:cNvSpPr/>
          <p:nvPr/>
        </p:nvSpPr>
        <p:spPr>
          <a:xfrm>
            <a:off x="1404730" y="1364974"/>
            <a:ext cx="2107096" cy="1828800"/>
          </a:xfrm>
          <a:custGeom>
            <a:avLst/>
            <a:gdLst>
              <a:gd name="connsiteX0" fmla="*/ 2080592 w 2107096"/>
              <a:gd name="connsiteY0" fmla="*/ 1775791 h 1828800"/>
              <a:gd name="connsiteX1" fmla="*/ 1842053 w 2107096"/>
              <a:gd name="connsiteY1" fmla="*/ 1775791 h 1828800"/>
              <a:gd name="connsiteX2" fmla="*/ 1842053 w 2107096"/>
              <a:gd name="connsiteY2" fmla="*/ 1775791 h 1828800"/>
              <a:gd name="connsiteX3" fmla="*/ 742122 w 2107096"/>
              <a:gd name="connsiteY3" fmla="*/ 1828800 h 1828800"/>
              <a:gd name="connsiteX4" fmla="*/ 742122 w 2107096"/>
              <a:gd name="connsiteY4" fmla="*/ 1457739 h 1828800"/>
              <a:gd name="connsiteX5" fmla="*/ 13253 w 2107096"/>
              <a:gd name="connsiteY5" fmla="*/ 1444487 h 1828800"/>
              <a:gd name="connsiteX6" fmla="*/ 0 w 2107096"/>
              <a:gd name="connsiteY6" fmla="*/ 0 h 1828800"/>
              <a:gd name="connsiteX7" fmla="*/ 1338470 w 2107096"/>
              <a:gd name="connsiteY7" fmla="*/ 26504 h 1828800"/>
              <a:gd name="connsiteX8" fmla="*/ 1338470 w 2107096"/>
              <a:gd name="connsiteY8" fmla="*/ 198783 h 1828800"/>
              <a:gd name="connsiteX9" fmla="*/ 2107096 w 2107096"/>
              <a:gd name="connsiteY9" fmla="*/ 212035 h 1828800"/>
              <a:gd name="connsiteX10" fmla="*/ 2080592 w 2107096"/>
              <a:gd name="connsiteY10" fmla="*/ 1775791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07096" h="1828800">
                <a:moveTo>
                  <a:pt x="2080592" y="1775791"/>
                </a:moveTo>
                <a:lnTo>
                  <a:pt x="1842053" y="1775791"/>
                </a:lnTo>
                <a:lnTo>
                  <a:pt x="1842053" y="1775791"/>
                </a:lnTo>
                <a:lnTo>
                  <a:pt x="742122" y="1828800"/>
                </a:lnTo>
                <a:lnTo>
                  <a:pt x="742122" y="1457739"/>
                </a:lnTo>
                <a:lnTo>
                  <a:pt x="13253" y="1444487"/>
                </a:lnTo>
                <a:lnTo>
                  <a:pt x="0" y="0"/>
                </a:lnTo>
                <a:lnTo>
                  <a:pt x="1338470" y="26504"/>
                </a:lnTo>
                <a:lnTo>
                  <a:pt x="1338470" y="198783"/>
                </a:lnTo>
                <a:lnTo>
                  <a:pt x="2107096" y="212035"/>
                </a:lnTo>
                <a:lnTo>
                  <a:pt x="2080592" y="1775791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146A5A85-810B-47E1-94EF-84183328A721}"/>
              </a:ext>
            </a:extLst>
          </p:cNvPr>
          <p:cNvSpPr/>
          <p:nvPr/>
        </p:nvSpPr>
        <p:spPr>
          <a:xfrm>
            <a:off x="3458817" y="1351722"/>
            <a:ext cx="2146853" cy="1948069"/>
          </a:xfrm>
          <a:custGeom>
            <a:avLst/>
            <a:gdLst>
              <a:gd name="connsiteX0" fmla="*/ 0 w 2146853"/>
              <a:gd name="connsiteY0" fmla="*/ 1815548 h 1948069"/>
              <a:gd name="connsiteX1" fmla="*/ 318053 w 2146853"/>
              <a:gd name="connsiteY1" fmla="*/ 1775791 h 1948069"/>
              <a:gd name="connsiteX2" fmla="*/ 318053 w 2146853"/>
              <a:gd name="connsiteY2" fmla="*/ 1948069 h 1948069"/>
              <a:gd name="connsiteX3" fmla="*/ 1099931 w 2146853"/>
              <a:gd name="connsiteY3" fmla="*/ 1948069 h 1948069"/>
              <a:gd name="connsiteX4" fmla="*/ 1099931 w 2146853"/>
              <a:gd name="connsiteY4" fmla="*/ 1470991 h 1948069"/>
              <a:gd name="connsiteX5" fmla="*/ 2133600 w 2146853"/>
              <a:gd name="connsiteY5" fmla="*/ 1470991 h 1948069"/>
              <a:gd name="connsiteX6" fmla="*/ 2146853 w 2146853"/>
              <a:gd name="connsiteY6" fmla="*/ 13252 h 1948069"/>
              <a:gd name="connsiteX7" fmla="*/ 781879 w 2146853"/>
              <a:gd name="connsiteY7" fmla="*/ 0 h 1948069"/>
              <a:gd name="connsiteX8" fmla="*/ 808383 w 2146853"/>
              <a:gd name="connsiteY8" fmla="*/ 212035 h 1948069"/>
              <a:gd name="connsiteX9" fmla="*/ 79513 w 2146853"/>
              <a:gd name="connsiteY9" fmla="*/ 212035 h 1948069"/>
              <a:gd name="connsiteX10" fmla="*/ 0 w 2146853"/>
              <a:gd name="connsiteY10" fmla="*/ 1815548 h 1948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46853" h="1948069">
                <a:moveTo>
                  <a:pt x="0" y="1815548"/>
                </a:moveTo>
                <a:lnTo>
                  <a:pt x="318053" y="1775791"/>
                </a:lnTo>
                <a:lnTo>
                  <a:pt x="318053" y="1948069"/>
                </a:lnTo>
                <a:lnTo>
                  <a:pt x="1099931" y="1948069"/>
                </a:lnTo>
                <a:lnTo>
                  <a:pt x="1099931" y="1470991"/>
                </a:lnTo>
                <a:lnTo>
                  <a:pt x="2133600" y="1470991"/>
                </a:lnTo>
                <a:lnTo>
                  <a:pt x="2146853" y="13252"/>
                </a:lnTo>
                <a:lnTo>
                  <a:pt x="781879" y="0"/>
                </a:lnTo>
                <a:lnTo>
                  <a:pt x="808383" y="212035"/>
                </a:lnTo>
                <a:lnTo>
                  <a:pt x="79513" y="212035"/>
                </a:lnTo>
                <a:lnTo>
                  <a:pt x="0" y="1815548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286B1D78-D4E8-489E-BC37-6C49D7C00581}"/>
              </a:ext>
            </a:extLst>
          </p:cNvPr>
          <p:cNvSpPr/>
          <p:nvPr/>
        </p:nvSpPr>
        <p:spPr>
          <a:xfrm>
            <a:off x="5552661" y="1351722"/>
            <a:ext cx="1470991" cy="1868556"/>
          </a:xfrm>
          <a:custGeom>
            <a:avLst/>
            <a:gdLst>
              <a:gd name="connsiteX0" fmla="*/ 0 w 1470991"/>
              <a:gd name="connsiteY0" fmla="*/ 1524000 h 1868556"/>
              <a:gd name="connsiteX1" fmla="*/ 1113182 w 1470991"/>
              <a:gd name="connsiteY1" fmla="*/ 1563756 h 1868556"/>
              <a:gd name="connsiteX2" fmla="*/ 1113182 w 1470991"/>
              <a:gd name="connsiteY2" fmla="*/ 1868556 h 1868556"/>
              <a:gd name="connsiteX3" fmla="*/ 1470991 w 1470991"/>
              <a:gd name="connsiteY3" fmla="*/ 1855304 h 1868556"/>
              <a:gd name="connsiteX4" fmla="*/ 1470991 w 1470991"/>
              <a:gd name="connsiteY4" fmla="*/ 185530 h 1868556"/>
              <a:gd name="connsiteX5" fmla="*/ 728869 w 1470991"/>
              <a:gd name="connsiteY5" fmla="*/ 212035 h 1868556"/>
              <a:gd name="connsiteX6" fmla="*/ 715617 w 1470991"/>
              <a:gd name="connsiteY6" fmla="*/ 0 h 1868556"/>
              <a:gd name="connsiteX7" fmla="*/ 66261 w 1470991"/>
              <a:gd name="connsiteY7" fmla="*/ 13252 h 1868556"/>
              <a:gd name="connsiteX8" fmla="*/ 53009 w 1470991"/>
              <a:gd name="connsiteY8" fmla="*/ 1497495 h 1868556"/>
              <a:gd name="connsiteX9" fmla="*/ 0 w 1470991"/>
              <a:gd name="connsiteY9" fmla="*/ 1524000 h 1868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70991" h="1868556">
                <a:moveTo>
                  <a:pt x="0" y="1524000"/>
                </a:moveTo>
                <a:lnTo>
                  <a:pt x="1113182" y="1563756"/>
                </a:lnTo>
                <a:lnTo>
                  <a:pt x="1113182" y="1868556"/>
                </a:lnTo>
                <a:lnTo>
                  <a:pt x="1470991" y="1855304"/>
                </a:lnTo>
                <a:lnTo>
                  <a:pt x="1470991" y="185530"/>
                </a:lnTo>
                <a:lnTo>
                  <a:pt x="728869" y="212035"/>
                </a:lnTo>
                <a:lnTo>
                  <a:pt x="715617" y="0"/>
                </a:lnTo>
                <a:lnTo>
                  <a:pt x="66261" y="13252"/>
                </a:lnTo>
                <a:lnTo>
                  <a:pt x="53009" y="1497495"/>
                </a:lnTo>
                <a:lnTo>
                  <a:pt x="0" y="152400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D10EFE49-23FF-43ED-9574-2831DC656D40}"/>
              </a:ext>
            </a:extLst>
          </p:cNvPr>
          <p:cNvSpPr/>
          <p:nvPr/>
        </p:nvSpPr>
        <p:spPr>
          <a:xfrm>
            <a:off x="1364974" y="3816626"/>
            <a:ext cx="2146852" cy="1842052"/>
          </a:xfrm>
          <a:custGeom>
            <a:avLst/>
            <a:gdLst>
              <a:gd name="connsiteX0" fmla="*/ 2133600 w 2146852"/>
              <a:gd name="connsiteY0" fmla="*/ 0 h 1842052"/>
              <a:gd name="connsiteX1" fmla="*/ 2146852 w 2146852"/>
              <a:gd name="connsiteY1" fmla="*/ 1696278 h 1842052"/>
              <a:gd name="connsiteX2" fmla="*/ 1338469 w 2146852"/>
              <a:gd name="connsiteY2" fmla="*/ 1643270 h 1842052"/>
              <a:gd name="connsiteX3" fmla="*/ 1391478 w 2146852"/>
              <a:gd name="connsiteY3" fmla="*/ 1842052 h 1842052"/>
              <a:gd name="connsiteX4" fmla="*/ 0 w 2146852"/>
              <a:gd name="connsiteY4" fmla="*/ 1828800 h 1842052"/>
              <a:gd name="connsiteX5" fmla="*/ 26504 w 2146852"/>
              <a:gd name="connsiteY5" fmla="*/ 397565 h 1842052"/>
              <a:gd name="connsiteX6" fmla="*/ 742122 w 2146852"/>
              <a:gd name="connsiteY6" fmla="*/ 424070 h 1842052"/>
              <a:gd name="connsiteX7" fmla="*/ 781878 w 2146852"/>
              <a:gd name="connsiteY7" fmla="*/ 13252 h 1842052"/>
              <a:gd name="connsiteX8" fmla="*/ 2133600 w 2146852"/>
              <a:gd name="connsiteY8" fmla="*/ 0 h 1842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6852" h="1842052">
                <a:moveTo>
                  <a:pt x="2133600" y="0"/>
                </a:moveTo>
                <a:lnTo>
                  <a:pt x="2146852" y="1696278"/>
                </a:lnTo>
                <a:lnTo>
                  <a:pt x="1338469" y="1643270"/>
                </a:lnTo>
                <a:lnTo>
                  <a:pt x="1391478" y="1842052"/>
                </a:lnTo>
                <a:lnTo>
                  <a:pt x="0" y="1828800"/>
                </a:lnTo>
                <a:lnTo>
                  <a:pt x="26504" y="397565"/>
                </a:lnTo>
                <a:lnTo>
                  <a:pt x="742122" y="424070"/>
                </a:lnTo>
                <a:lnTo>
                  <a:pt x="781878" y="13252"/>
                </a:lnTo>
                <a:lnTo>
                  <a:pt x="213360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DD0EF27-CA79-4D5F-863B-B6D087E5F664}"/>
              </a:ext>
            </a:extLst>
          </p:cNvPr>
          <p:cNvSpPr/>
          <p:nvPr/>
        </p:nvSpPr>
        <p:spPr>
          <a:xfrm>
            <a:off x="3511826" y="3710609"/>
            <a:ext cx="768626" cy="18155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F80CA884-10D4-4260-88C7-0AB457492942}"/>
              </a:ext>
            </a:extLst>
          </p:cNvPr>
          <p:cNvSpPr/>
          <p:nvPr/>
        </p:nvSpPr>
        <p:spPr>
          <a:xfrm>
            <a:off x="4280452" y="3737113"/>
            <a:ext cx="2729948" cy="1881809"/>
          </a:xfrm>
          <a:custGeom>
            <a:avLst/>
            <a:gdLst>
              <a:gd name="connsiteX0" fmla="*/ 13252 w 2729948"/>
              <a:gd name="connsiteY0" fmla="*/ 0 h 1881809"/>
              <a:gd name="connsiteX1" fmla="*/ 2716696 w 2729948"/>
              <a:gd name="connsiteY1" fmla="*/ 0 h 1881809"/>
              <a:gd name="connsiteX2" fmla="*/ 2729948 w 2729948"/>
              <a:gd name="connsiteY2" fmla="*/ 1762539 h 1881809"/>
              <a:gd name="connsiteX3" fmla="*/ 1961322 w 2729948"/>
              <a:gd name="connsiteY3" fmla="*/ 1749287 h 1881809"/>
              <a:gd name="connsiteX4" fmla="*/ 1961322 w 2729948"/>
              <a:gd name="connsiteY4" fmla="*/ 1881809 h 1881809"/>
              <a:gd name="connsiteX5" fmla="*/ 0 w 2729948"/>
              <a:gd name="connsiteY5" fmla="*/ 1881809 h 1881809"/>
              <a:gd name="connsiteX6" fmla="*/ 13252 w 2729948"/>
              <a:gd name="connsiteY6" fmla="*/ 0 h 1881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948" h="1881809">
                <a:moveTo>
                  <a:pt x="13252" y="0"/>
                </a:moveTo>
                <a:lnTo>
                  <a:pt x="2716696" y="0"/>
                </a:lnTo>
                <a:cubicBezTo>
                  <a:pt x="2721113" y="587513"/>
                  <a:pt x="2725531" y="1175026"/>
                  <a:pt x="2729948" y="1762539"/>
                </a:cubicBezTo>
                <a:lnTo>
                  <a:pt x="1961322" y="1749287"/>
                </a:lnTo>
                <a:lnTo>
                  <a:pt x="1961322" y="1881809"/>
                </a:lnTo>
                <a:lnTo>
                  <a:pt x="0" y="1881809"/>
                </a:lnTo>
                <a:cubicBezTo>
                  <a:pt x="4417" y="1254539"/>
                  <a:pt x="8835" y="627270"/>
                  <a:pt x="13252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89A83A2C-91CE-4450-8077-36FB399151B9}"/>
              </a:ext>
            </a:extLst>
          </p:cNvPr>
          <p:cNvSpPr/>
          <p:nvPr/>
        </p:nvSpPr>
        <p:spPr>
          <a:xfrm>
            <a:off x="7593496" y="1364974"/>
            <a:ext cx="3313043" cy="2199861"/>
          </a:xfrm>
          <a:custGeom>
            <a:avLst/>
            <a:gdLst>
              <a:gd name="connsiteX0" fmla="*/ 13252 w 3313043"/>
              <a:gd name="connsiteY0" fmla="*/ 1497496 h 2199861"/>
              <a:gd name="connsiteX1" fmla="*/ 689113 w 3313043"/>
              <a:gd name="connsiteY1" fmla="*/ 1497496 h 2199861"/>
              <a:gd name="connsiteX2" fmla="*/ 702365 w 3313043"/>
              <a:gd name="connsiteY2" fmla="*/ 2093843 h 2199861"/>
              <a:gd name="connsiteX3" fmla="*/ 993913 w 3313043"/>
              <a:gd name="connsiteY3" fmla="*/ 2107096 h 2199861"/>
              <a:gd name="connsiteX4" fmla="*/ 1046921 w 3313043"/>
              <a:gd name="connsiteY4" fmla="*/ 1643269 h 2199861"/>
              <a:gd name="connsiteX5" fmla="*/ 1881808 w 3313043"/>
              <a:gd name="connsiteY5" fmla="*/ 1643269 h 2199861"/>
              <a:gd name="connsiteX6" fmla="*/ 1881808 w 3313043"/>
              <a:gd name="connsiteY6" fmla="*/ 2173356 h 2199861"/>
              <a:gd name="connsiteX7" fmla="*/ 2835965 w 3313043"/>
              <a:gd name="connsiteY7" fmla="*/ 2199861 h 2199861"/>
              <a:gd name="connsiteX8" fmla="*/ 2849217 w 3313043"/>
              <a:gd name="connsiteY8" fmla="*/ 1470991 h 2199861"/>
              <a:gd name="connsiteX9" fmla="*/ 3313043 w 3313043"/>
              <a:gd name="connsiteY9" fmla="*/ 1470991 h 2199861"/>
              <a:gd name="connsiteX10" fmla="*/ 3313043 w 3313043"/>
              <a:gd name="connsiteY10" fmla="*/ 1007165 h 2199861"/>
              <a:gd name="connsiteX11" fmla="*/ 3061252 w 3313043"/>
              <a:gd name="connsiteY11" fmla="*/ 1007165 h 2199861"/>
              <a:gd name="connsiteX12" fmla="*/ 3021495 w 3313043"/>
              <a:gd name="connsiteY12" fmla="*/ 26504 h 2199861"/>
              <a:gd name="connsiteX13" fmla="*/ 1669774 w 3313043"/>
              <a:gd name="connsiteY13" fmla="*/ 0 h 2199861"/>
              <a:gd name="connsiteX14" fmla="*/ 1669774 w 3313043"/>
              <a:gd name="connsiteY14" fmla="*/ 145774 h 2199861"/>
              <a:gd name="connsiteX15" fmla="*/ 463826 w 3313043"/>
              <a:gd name="connsiteY15" fmla="*/ 185530 h 2199861"/>
              <a:gd name="connsiteX16" fmla="*/ 490330 w 3313043"/>
              <a:gd name="connsiteY16" fmla="*/ 1192696 h 2199861"/>
              <a:gd name="connsiteX17" fmla="*/ 0 w 3313043"/>
              <a:gd name="connsiteY17" fmla="*/ 1192696 h 2199861"/>
              <a:gd name="connsiteX18" fmla="*/ 13252 w 3313043"/>
              <a:gd name="connsiteY18" fmla="*/ 1497496 h 2199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13043" h="2199861">
                <a:moveTo>
                  <a:pt x="13252" y="1497496"/>
                </a:moveTo>
                <a:lnTo>
                  <a:pt x="689113" y="1497496"/>
                </a:lnTo>
                <a:lnTo>
                  <a:pt x="702365" y="2093843"/>
                </a:lnTo>
                <a:lnTo>
                  <a:pt x="993913" y="2107096"/>
                </a:lnTo>
                <a:lnTo>
                  <a:pt x="1046921" y="1643269"/>
                </a:lnTo>
                <a:lnTo>
                  <a:pt x="1881808" y="1643269"/>
                </a:lnTo>
                <a:lnTo>
                  <a:pt x="1881808" y="2173356"/>
                </a:lnTo>
                <a:lnTo>
                  <a:pt x="2835965" y="2199861"/>
                </a:lnTo>
                <a:lnTo>
                  <a:pt x="2849217" y="1470991"/>
                </a:lnTo>
                <a:lnTo>
                  <a:pt x="3313043" y="1470991"/>
                </a:lnTo>
                <a:lnTo>
                  <a:pt x="3313043" y="1007165"/>
                </a:lnTo>
                <a:lnTo>
                  <a:pt x="3061252" y="1007165"/>
                </a:lnTo>
                <a:lnTo>
                  <a:pt x="3021495" y="26504"/>
                </a:lnTo>
                <a:lnTo>
                  <a:pt x="1669774" y="0"/>
                </a:lnTo>
                <a:lnTo>
                  <a:pt x="1669774" y="145774"/>
                </a:lnTo>
                <a:lnTo>
                  <a:pt x="463826" y="185530"/>
                </a:lnTo>
                <a:lnTo>
                  <a:pt x="490330" y="1192696"/>
                </a:lnTo>
                <a:lnTo>
                  <a:pt x="0" y="1192696"/>
                </a:lnTo>
                <a:lnTo>
                  <a:pt x="13252" y="1497496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9DFB191E-5E04-400F-BBAB-53EB989736A3}"/>
              </a:ext>
            </a:extLst>
          </p:cNvPr>
          <p:cNvSpPr/>
          <p:nvPr/>
        </p:nvSpPr>
        <p:spPr>
          <a:xfrm flipV="1">
            <a:off x="7593496" y="3319670"/>
            <a:ext cx="3313043" cy="2339008"/>
          </a:xfrm>
          <a:custGeom>
            <a:avLst/>
            <a:gdLst>
              <a:gd name="connsiteX0" fmla="*/ 13252 w 3313043"/>
              <a:gd name="connsiteY0" fmla="*/ 1497496 h 2199861"/>
              <a:gd name="connsiteX1" fmla="*/ 689113 w 3313043"/>
              <a:gd name="connsiteY1" fmla="*/ 1497496 h 2199861"/>
              <a:gd name="connsiteX2" fmla="*/ 702365 w 3313043"/>
              <a:gd name="connsiteY2" fmla="*/ 2093843 h 2199861"/>
              <a:gd name="connsiteX3" fmla="*/ 993913 w 3313043"/>
              <a:gd name="connsiteY3" fmla="*/ 2107096 h 2199861"/>
              <a:gd name="connsiteX4" fmla="*/ 1046921 w 3313043"/>
              <a:gd name="connsiteY4" fmla="*/ 1643269 h 2199861"/>
              <a:gd name="connsiteX5" fmla="*/ 1881808 w 3313043"/>
              <a:gd name="connsiteY5" fmla="*/ 1643269 h 2199861"/>
              <a:gd name="connsiteX6" fmla="*/ 1881808 w 3313043"/>
              <a:gd name="connsiteY6" fmla="*/ 2173356 h 2199861"/>
              <a:gd name="connsiteX7" fmla="*/ 2835965 w 3313043"/>
              <a:gd name="connsiteY7" fmla="*/ 2199861 h 2199861"/>
              <a:gd name="connsiteX8" fmla="*/ 2849217 w 3313043"/>
              <a:gd name="connsiteY8" fmla="*/ 1470991 h 2199861"/>
              <a:gd name="connsiteX9" fmla="*/ 3313043 w 3313043"/>
              <a:gd name="connsiteY9" fmla="*/ 1470991 h 2199861"/>
              <a:gd name="connsiteX10" fmla="*/ 3313043 w 3313043"/>
              <a:gd name="connsiteY10" fmla="*/ 1007165 h 2199861"/>
              <a:gd name="connsiteX11" fmla="*/ 3061252 w 3313043"/>
              <a:gd name="connsiteY11" fmla="*/ 1007165 h 2199861"/>
              <a:gd name="connsiteX12" fmla="*/ 3021495 w 3313043"/>
              <a:gd name="connsiteY12" fmla="*/ 26504 h 2199861"/>
              <a:gd name="connsiteX13" fmla="*/ 1669774 w 3313043"/>
              <a:gd name="connsiteY13" fmla="*/ 0 h 2199861"/>
              <a:gd name="connsiteX14" fmla="*/ 1669774 w 3313043"/>
              <a:gd name="connsiteY14" fmla="*/ 145774 h 2199861"/>
              <a:gd name="connsiteX15" fmla="*/ 463826 w 3313043"/>
              <a:gd name="connsiteY15" fmla="*/ 185530 h 2199861"/>
              <a:gd name="connsiteX16" fmla="*/ 490330 w 3313043"/>
              <a:gd name="connsiteY16" fmla="*/ 1192696 h 2199861"/>
              <a:gd name="connsiteX17" fmla="*/ 0 w 3313043"/>
              <a:gd name="connsiteY17" fmla="*/ 1192696 h 2199861"/>
              <a:gd name="connsiteX18" fmla="*/ 13252 w 3313043"/>
              <a:gd name="connsiteY18" fmla="*/ 1497496 h 2199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13043" h="2199861">
                <a:moveTo>
                  <a:pt x="13252" y="1497496"/>
                </a:moveTo>
                <a:lnTo>
                  <a:pt x="689113" y="1497496"/>
                </a:lnTo>
                <a:lnTo>
                  <a:pt x="702365" y="2093843"/>
                </a:lnTo>
                <a:lnTo>
                  <a:pt x="993913" y="2107096"/>
                </a:lnTo>
                <a:lnTo>
                  <a:pt x="1046921" y="1643269"/>
                </a:lnTo>
                <a:lnTo>
                  <a:pt x="1881808" y="1643269"/>
                </a:lnTo>
                <a:lnTo>
                  <a:pt x="1881808" y="2173356"/>
                </a:lnTo>
                <a:lnTo>
                  <a:pt x="2835965" y="2199861"/>
                </a:lnTo>
                <a:lnTo>
                  <a:pt x="2849217" y="1470991"/>
                </a:lnTo>
                <a:lnTo>
                  <a:pt x="3313043" y="1470991"/>
                </a:lnTo>
                <a:lnTo>
                  <a:pt x="3313043" y="1007165"/>
                </a:lnTo>
                <a:lnTo>
                  <a:pt x="3061252" y="1007165"/>
                </a:lnTo>
                <a:lnTo>
                  <a:pt x="3021495" y="26504"/>
                </a:lnTo>
                <a:lnTo>
                  <a:pt x="1669774" y="0"/>
                </a:lnTo>
                <a:lnTo>
                  <a:pt x="1669774" y="145774"/>
                </a:lnTo>
                <a:lnTo>
                  <a:pt x="463826" y="185530"/>
                </a:lnTo>
                <a:lnTo>
                  <a:pt x="490330" y="1192696"/>
                </a:lnTo>
                <a:lnTo>
                  <a:pt x="0" y="1192696"/>
                </a:lnTo>
                <a:lnTo>
                  <a:pt x="13252" y="1497496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8A48A6B-EAC6-4200-A4BC-DF495ACFCC1F}"/>
              </a:ext>
            </a:extLst>
          </p:cNvPr>
          <p:cNvSpPr txBox="1"/>
          <p:nvPr/>
        </p:nvSpPr>
        <p:spPr>
          <a:xfrm>
            <a:off x="2796209" y="675861"/>
            <a:ext cx="1921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TORRE 4</a:t>
            </a:r>
            <a:endParaRPr lang="es-CO" sz="2800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CA7C5DC-BD91-43CE-980B-342FC0BE2598}"/>
              </a:ext>
            </a:extLst>
          </p:cNvPr>
          <p:cNvSpPr txBox="1"/>
          <p:nvPr/>
        </p:nvSpPr>
        <p:spPr>
          <a:xfrm>
            <a:off x="8454886" y="768867"/>
            <a:ext cx="1921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TORRE 5</a:t>
            </a:r>
            <a:endParaRPr lang="es-CO" sz="2800" b="1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65A0336-418C-4151-A93B-9B9C6D798FD5}"/>
              </a:ext>
            </a:extLst>
          </p:cNvPr>
          <p:cNvSpPr txBox="1"/>
          <p:nvPr/>
        </p:nvSpPr>
        <p:spPr>
          <a:xfrm>
            <a:off x="1729412" y="2017764"/>
            <a:ext cx="1159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TIPO 1</a:t>
            </a:r>
            <a:endParaRPr lang="es-CO" sz="2800" b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33A93A5-8886-4035-81C5-1C7D186BAB26}"/>
              </a:ext>
            </a:extLst>
          </p:cNvPr>
          <p:cNvSpPr txBox="1"/>
          <p:nvPr/>
        </p:nvSpPr>
        <p:spPr>
          <a:xfrm>
            <a:off x="4081670" y="1918372"/>
            <a:ext cx="1159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TIPO 2</a:t>
            </a:r>
            <a:endParaRPr lang="es-CO" sz="28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3D5D41A-A8B4-4763-8046-735E2F1D78C1}"/>
              </a:ext>
            </a:extLst>
          </p:cNvPr>
          <p:cNvSpPr txBox="1"/>
          <p:nvPr/>
        </p:nvSpPr>
        <p:spPr>
          <a:xfrm>
            <a:off x="5761384" y="2016167"/>
            <a:ext cx="1159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TIPO 3</a:t>
            </a:r>
            <a:endParaRPr lang="es-CO" sz="2800" b="1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5C84C1C-08B6-449A-AC0D-5A3F2A39B210}"/>
              </a:ext>
            </a:extLst>
          </p:cNvPr>
          <p:cNvSpPr txBox="1"/>
          <p:nvPr/>
        </p:nvSpPr>
        <p:spPr>
          <a:xfrm>
            <a:off x="2044150" y="4618383"/>
            <a:ext cx="1159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TIPO 4</a:t>
            </a:r>
            <a:endParaRPr lang="es-CO" sz="2800" b="1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CF50197-6D92-4FDF-859A-664D6EAF21C1}"/>
              </a:ext>
            </a:extLst>
          </p:cNvPr>
          <p:cNvSpPr txBox="1"/>
          <p:nvPr/>
        </p:nvSpPr>
        <p:spPr>
          <a:xfrm>
            <a:off x="5516219" y="4618383"/>
            <a:ext cx="1159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TIPO 6</a:t>
            </a:r>
            <a:endParaRPr lang="es-CO" sz="2800" b="1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031F936-A8F4-484D-9D4C-13860460E572}"/>
              </a:ext>
            </a:extLst>
          </p:cNvPr>
          <p:cNvSpPr txBox="1"/>
          <p:nvPr/>
        </p:nvSpPr>
        <p:spPr>
          <a:xfrm rot="16200000">
            <a:off x="3366052" y="4416406"/>
            <a:ext cx="1159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TIPO 5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407665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4B7D284-913E-4984-9E3E-A9B39FCC8F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461" y="-695243"/>
            <a:ext cx="9303026" cy="7668185"/>
          </a:xfr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4C601EF-7938-4699-8632-12833CD2735F}"/>
              </a:ext>
            </a:extLst>
          </p:cNvPr>
          <p:cNvSpPr/>
          <p:nvPr/>
        </p:nvSpPr>
        <p:spPr>
          <a:xfrm rot="2627868">
            <a:off x="2831511" y="-680571"/>
            <a:ext cx="742121" cy="552399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C83051E-763C-4942-BF52-F06407DC71D1}"/>
              </a:ext>
            </a:extLst>
          </p:cNvPr>
          <p:cNvSpPr/>
          <p:nvPr/>
        </p:nvSpPr>
        <p:spPr>
          <a:xfrm rot="18916059">
            <a:off x="1060867" y="1872724"/>
            <a:ext cx="742121" cy="552399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021017D-E85F-4B5B-9063-27D68EBF402E}"/>
              </a:ext>
            </a:extLst>
          </p:cNvPr>
          <p:cNvSpPr txBox="1"/>
          <p:nvPr/>
        </p:nvSpPr>
        <p:spPr>
          <a:xfrm rot="18890067">
            <a:off x="2768640" y="1739501"/>
            <a:ext cx="10847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dirty="0"/>
              <a:t>CALLE 63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B575264-0FBE-413A-9D1B-3C4C7A8E74FC}"/>
              </a:ext>
            </a:extLst>
          </p:cNvPr>
          <p:cNvSpPr txBox="1"/>
          <p:nvPr/>
        </p:nvSpPr>
        <p:spPr>
          <a:xfrm rot="2567139">
            <a:off x="1532787" y="5197423"/>
            <a:ext cx="147434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dirty="0"/>
              <a:t>CARRERA 2</a:t>
            </a:r>
            <a:endParaRPr lang="es-CO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CDFD78A-59CA-48D2-8D5E-1BD88810E2F1}"/>
              </a:ext>
            </a:extLst>
          </p:cNvPr>
          <p:cNvSpPr/>
          <p:nvPr/>
        </p:nvSpPr>
        <p:spPr>
          <a:xfrm rot="2750223">
            <a:off x="509778" y="2764679"/>
            <a:ext cx="1026692" cy="74212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02CE77CA-21CC-4252-86E2-F35987A6D743}"/>
              </a:ext>
            </a:extLst>
          </p:cNvPr>
          <p:cNvSpPr/>
          <p:nvPr/>
        </p:nvSpPr>
        <p:spPr>
          <a:xfrm>
            <a:off x="2040835" y="3233530"/>
            <a:ext cx="4969565" cy="702366"/>
          </a:xfrm>
          <a:custGeom>
            <a:avLst/>
            <a:gdLst>
              <a:gd name="connsiteX0" fmla="*/ 0 w 4969565"/>
              <a:gd name="connsiteY0" fmla="*/ 609600 h 702366"/>
              <a:gd name="connsiteX1" fmla="*/ 622852 w 4969565"/>
              <a:gd name="connsiteY1" fmla="*/ 26505 h 702366"/>
              <a:gd name="connsiteX2" fmla="*/ 4969565 w 4969565"/>
              <a:gd name="connsiteY2" fmla="*/ 0 h 702366"/>
              <a:gd name="connsiteX3" fmla="*/ 4943061 w 4969565"/>
              <a:gd name="connsiteY3" fmla="*/ 702366 h 702366"/>
              <a:gd name="connsiteX4" fmla="*/ 0 w 4969565"/>
              <a:gd name="connsiteY4" fmla="*/ 609600 h 702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69565" h="702366">
                <a:moveTo>
                  <a:pt x="0" y="609600"/>
                </a:moveTo>
                <a:lnTo>
                  <a:pt x="622852" y="26505"/>
                </a:lnTo>
                <a:lnTo>
                  <a:pt x="4969565" y="0"/>
                </a:lnTo>
                <a:lnTo>
                  <a:pt x="4943061" y="702366"/>
                </a:lnTo>
                <a:lnTo>
                  <a:pt x="0" y="609600"/>
                </a:lnTo>
                <a:close/>
              </a:path>
            </a:pathLst>
          </a:custGeom>
          <a:solidFill>
            <a:srgbClr val="15F32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1C4F624F-AAAE-4205-BEB6-B23DBADA7619}"/>
              </a:ext>
            </a:extLst>
          </p:cNvPr>
          <p:cNvSpPr/>
          <p:nvPr/>
        </p:nvSpPr>
        <p:spPr>
          <a:xfrm>
            <a:off x="2796209" y="2358887"/>
            <a:ext cx="1245704" cy="901148"/>
          </a:xfrm>
          <a:custGeom>
            <a:avLst/>
            <a:gdLst>
              <a:gd name="connsiteX0" fmla="*/ 0 w 1245704"/>
              <a:gd name="connsiteY0" fmla="*/ 861391 h 901148"/>
              <a:gd name="connsiteX1" fmla="*/ 742121 w 1245704"/>
              <a:gd name="connsiteY1" fmla="*/ 0 h 901148"/>
              <a:gd name="connsiteX2" fmla="*/ 1245704 w 1245704"/>
              <a:gd name="connsiteY2" fmla="*/ 13252 h 901148"/>
              <a:gd name="connsiteX3" fmla="*/ 1219200 w 1245704"/>
              <a:gd name="connsiteY3" fmla="*/ 901148 h 901148"/>
              <a:gd name="connsiteX4" fmla="*/ 0 w 1245704"/>
              <a:gd name="connsiteY4" fmla="*/ 861391 h 901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5704" h="901148">
                <a:moveTo>
                  <a:pt x="0" y="861391"/>
                </a:moveTo>
                <a:lnTo>
                  <a:pt x="742121" y="0"/>
                </a:lnTo>
                <a:lnTo>
                  <a:pt x="1245704" y="13252"/>
                </a:lnTo>
                <a:lnTo>
                  <a:pt x="1219200" y="901148"/>
                </a:lnTo>
                <a:lnTo>
                  <a:pt x="0" y="861391"/>
                </a:lnTo>
                <a:close/>
              </a:path>
            </a:pathLst>
          </a:custGeom>
          <a:solidFill>
            <a:srgbClr val="54E2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58622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2143</TotalTime>
  <Words>20</Words>
  <Application>Microsoft Office PowerPoint</Application>
  <PresentationFormat>Panorámica</PresentationFormat>
  <Paragraphs>10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7</cp:revision>
  <dcterms:created xsi:type="dcterms:W3CDTF">2026-10-27T07:10:40Z</dcterms:created>
  <dcterms:modified xsi:type="dcterms:W3CDTF">2026-10-28T18:54:17Z</dcterms:modified>
</cp:coreProperties>
</file>